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87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8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3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1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4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3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1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6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8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29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588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11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07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22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16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7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90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Sistema de Gestión para Autolote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5364" y="2743200"/>
            <a:ext cx="431079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rPr lang="en-US" dirty="0" err="1" smtClean="0"/>
              <a:t>Presentacion</a:t>
            </a:r>
            <a:r>
              <a:rPr lang="en-US" dirty="0" smtClean="0"/>
              <a:t> </a:t>
            </a:r>
            <a:r>
              <a:rPr dirty="0" smtClean="0"/>
              <a:t>del </a:t>
            </a:r>
            <a:r>
              <a:rPr dirty="0" err="1"/>
              <a:t>proyecto</a:t>
            </a:r>
            <a:endParaRPr dirty="0"/>
          </a:p>
          <a:p>
            <a:pPr algn="ctr">
              <a:defRPr sz="1700"/>
            </a:pP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Aplicaciones</a:t>
            </a:r>
            <a:r>
              <a:rPr dirty="0"/>
              <a:t> Web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3785" y="3886200"/>
            <a:ext cx="36410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/>
            </a:pPr>
            <a:r>
              <a:rPr lang="en-US" sz="2800" dirty="0" err="1" smtClean="0"/>
              <a:t>Candido</a:t>
            </a:r>
            <a:r>
              <a:rPr lang="en-US" sz="2800" dirty="0" smtClean="0"/>
              <a:t> Amaya</a:t>
            </a:r>
          </a:p>
          <a:p>
            <a:pPr algn="ctr">
              <a:defRPr sz="1700"/>
            </a:pPr>
            <a:r>
              <a:rPr lang="en-US" sz="2800" dirty="0" smtClean="0"/>
              <a:t>Luis Chavez</a:t>
            </a:r>
          </a:p>
          <a:p>
            <a:pPr algn="ctr">
              <a:defRPr sz="1700"/>
            </a:pPr>
            <a:r>
              <a:rPr lang="en-US" sz="2800" dirty="0" smtClean="0"/>
              <a:t>Brandon </a:t>
            </a:r>
            <a:r>
              <a:rPr lang="en-US" sz="2800" dirty="0" err="1" smtClean="0"/>
              <a:t>Sauceda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Desarrollar una aplicación web para administrar las operaciones básicas de un autolote.</a:t>
            </a:r>
          </a:p>
          <a:p>
            <a:pPr>
              <a:spcAft>
                <a:spcPts val="1200"/>
              </a:spcAft>
              <a:defRPr sz="2000"/>
            </a:pPr>
            <a:r>
              <a:t>Implementar un backend REST con Node.js y Express.</a:t>
            </a:r>
          </a:p>
          <a:p>
            <a:pPr>
              <a:spcAft>
                <a:spcPts val="1200"/>
              </a:spcAft>
              <a:defRPr sz="2000"/>
            </a:pPr>
            <a:r>
              <a:t>Utilizar MySQL para almacenar usuarios, vehículos, clientes, consultas y ventas.</a:t>
            </a:r>
          </a:p>
          <a:p>
            <a:pPr>
              <a:spcAft>
                <a:spcPts val="1200"/>
              </a:spcAft>
              <a:defRPr sz="2000"/>
            </a:pPr>
            <a:r>
              <a:t>Agregar autenticación mediante JWT para proteger las operaciones del sistema.</a:t>
            </a:r>
          </a:p>
          <a:p>
            <a:pPr>
              <a:spcAft>
                <a:spcPts val="1200"/>
              </a:spcAft>
              <a:defRPr sz="2000"/>
            </a:pPr>
            <a:r>
              <a:t>Construir el frontend con Angular para consumir la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Tecnologías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Node.js + Express.js — desarrollo de la API REST.</a:t>
            </a:r>
          </a:p>
          <a:p>
            <a:pPr>
              <a:spcAft>
                <a:spcPts val="1200"/>
              </a:spcAft>
              <a:defRPr sz="2000"/>
            </a:pPr>
            <a:r>
              <a:t>MySQL — base de datos relacional.</a:t>
            </a:r>
          </a:p>
          <a:p>
            <a:pPr>
              <a:spcAft>
                <a:spcPts val="1200"/>
              </a:spcAft>
              <a:defRPr sz="2000"/>
            </a:pPr>
            <a:r>
              <a:t>JWT + bcrypt — autenticación y protección de credenciales.</a:t>
            </a:r>
          </a:p>
          <a:p>
            <a:pPr>
              <a:spcAft>
                <a:spcPts val="1200"/>
              </a:spcAft>
              <a:defRPr sz="2000"/>
            </a:pPr>
            <a:r>
              <a:t>Axios — consumo de una API externa para conversión de moneda.</a:t>
            </a:r>
          </a:p>
          <a:p>
            <a:pPr>
              <a:spcAft>
                <a:spcPts val="1200"/>
              </a:spcAft>
              <a:defRPr sz="2000"/>
            </a:pPr>
            <a:r>
              <a:t>Angular — desarrollo del frontend.</a:t>
            </a:r>
          </a:p>
          <a:p>
            <a:pPr>
              <a:spcAft>
                <a:spcPts val="1200"/>
              </a:spcAft>
              <a:defRPr sz="2000"/>
            </a:pPr>
            <a:r>
              <a:t>Git + Gitflow — control de versiones y organización del trabajo.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Backend y organización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El proyecto separa la aplicación en rutas, middleware y configuración de base de datos.</a:t>
            </a:r>
          </a:p>
          <a:p>
            <a:pPr>
              <a:spcAft>
                <a:spcPts val="1200"/>
              </a:spcAft>
              <a:defRPr sz="2000"/>
            </a:pPr>
            <a:r>
              <a:t>Rutas implementadas: /login, /vehiculos, /clientes, /consultas y /apitercero.</a:t>
            </a:r>
          </a:p>
          <a:p>
            <a:pPr>
              <a:spcAft>
                <a:spcPts val="1200"/>
              </a:spcAft>
              <a:defRPr sz="2000"/>
            </a:pPr>
            <a:r>
              <a:t>La conexión a MySQL utiliza un pool mediante mysql2.</a:t>
            </a:r>
          </a:p>
          <a:p>
            <a:pPr>
              <a:spcAft>
                <a:spcPts val="1200"/>
              </a:spcAft>
              <a:defRPr sz="2000"/>
            </a:pPr>
            <a:r>
              <a:t>Las variables de configuración se manejan mediante un archivo .env.</a:t>
            </a:r>
          </a:p>
          <a:p>
            <a:pPr>
              <a:spcAft>
                <a:spcPts val="1200"/>
              </a:spcAft>
              <a:defRPr sz="2000"/>
            </a:pPr>
            <a:r>
              <a:t>CORS fue configurado para permitir la comunicación entre Angular y el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Autenticación y JWT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El usuario inicia sesión utilizando correo y contraseña.</a:t>
            </a:r>
          </a:p>
          <a:p>
            <a:pPr>
              <a:spcAft>
                <a:spcPts val="1200"/>
              </a:spcAft>
              <a:defRPr sz="2000"/>
            </a:pPr>
            <a:r>
              <a:t>La contraseña almacenada en MySQL está protegida mediante bcrypt.</a:t>
            </a:r>
          </a:p>
          <a:p>
            <a:pPr>
              <a:spcAft>
                <a:spcPts val="1200"/>
              </a:spcAft>
              <a:defRPr sz="2000"/>
            </a:pPr>
            <a:r>
              <a:t>Después de validar las credenciales, el backend genera un JWT con información básica del usuario.</a:t>
            </a:r>
          </a:p>
          <a:p>
            <a:pPr>
              <a:spcAft>
                <a:spcPts val="1200"/>
              </a:spcAft>
              <a:defRPr sz="2000"/>
            </a:pPr>
            <a:r>
              <a:t>El middleware verificarToken valida el token recibido en las rutas protegidas.</a:t>
            </a:r>
          </a:p>
          <a:p>
            <a:pPr>
              <a:spcAft>
                <a:spcPts val="1200"/>
              </a:spcAft>
              <a:defRPr sz="2000"/>
            </a:pPr>
            <a:r>
              <a:t>Los endpoints de modificación de vehículos y las operaciones de clientes y consultas requieren autenticación.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externa: conversión de moneda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 implementó una ruta para consultar el precio de un vehículo y convertirlo de USD a HNL.</a:t>
            </a:r>
          </a:p>
          <a:p>
            <a:pPr>
              <a:spcAft>
                <a:spcPts val="1200"/>
              </a:spcAft>
              <a:defRPr sz="2000"/>
            </a:pPr>
            <a:r>
              <a:t>El backend consulta una API externa utilizando Axios.</a:t>
            </a:r>
          </a:p>
          <a:p>
            <a:pPr>
              <a:spcAft>
                <a:spcPts val="1200"/>
              </a:spcAft>
              <a:defRPr sz="2000"/>
            </a:pPr>
            <a:r>
              <a:t>La tasa de conversión se obtiene desde la respuesta de la API.</a:t>
            </a:r>
          </a:p>
          <a:p>
            <a:pPr>
              <a:spcAft>
                <a:spcPts val="1200"/>
              </a:spcAft>
              <a:defRPr sz="2000"/>
            </a:pPr>
            <a:r>
              <a:t>El resultado devuelve el vehículo, el precio en dólares y el precio convertido a lempiras.</a:t>
            </a:r>
          </a:p>
          <a:p>
            <a:pPr>
              <a:spcAft>
                <a:spcPts val="1200"/>
              </a:spcAft>
              <a:defRPr sz="2000"/>
            </a:pPr>
            <a:r>
              <a:t>También se manejan errores de consulta y errores de la API externa.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Frontend Angular: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 creó el proyecto Angular dentro de la carpeta frontend.</a:t>
            </a:r>
          </a:p>
          <a:p>
            <a:pPr>
              <a:spcAft>
                <a:spcPts val="1200"/>
              </a:spcAft>
              <a:defRPr sz="2000"/>
            </a:pPr>
            <a:r>
              <a:t>Se desarrolló una pantalla de inicio de sesión conectada al endpoint /login.</a:t>
            </a:r>
          </a:p>
          <a:p>
            <a:pPr>
              <a:spcAft>
                <a:spcPts val="1200"/>
              </a:spcAft>
              <a:defRPr sz="2000"/>
            </a:pPr>
            <a:r>
              <a:t>El token JWT recibido se guarda en localStorage.</a:t>
            </a:r>
          </a:p>
          <a:p>
            <a:pPr>
              <a:spcAft>
                <a:spcPts val="1200"/>
              </a:spcAft>
              <a:defRPr sz="2000"/>
            </a:pPr>
            <a:r>
              <a:t>Se implementó un HttpInterceptor para agregar automáticamente:</a:t>
            </a:r>
          </a:p>
          <a:p>
            <a:pPr lvl="1">
              <a:spcAft>
                <a:spcPts val="600"/>
              </a:spcAft>
              <a:defRPr sz="1800"/>
            </a:pPr>
            <a:r>
              <a:t>Authorization: Bearer &lt;token&gt;</a:t>
            </a:r>
          </a:p>
          <a:p>
            <a:pPr>
              <a:spcAft>
                <a:spcPts val="1200"/>
              </a:spcAft>
              <a:defRPr sz="2000"/>
            </a:pPr>
            <a:r>
              <a:t>La comunicación con el backend se habilitó mediante CORS.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Estado actual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Base de datos: estructura creada para usuarios, vehículos, clientes, consultas y ventas.</a:t>
            </a:r>
          </a:p>
          <a:p>
            <a:pPr>
              <a:spcAft>
                <a:spcPts val="1200"/>
              </a:spcAft>
              <a:defRPr sz="2000"/>
            </a:pPr>
            <a:r>
              <a:t>Backend: API REST base funcionando y conectado a MySQL.</a:t>
            </a:r>
          </a:p>
          <a:p>
            <a:pPr>
              <a:spcAft>
                <a:spcPts val="1200"/>
              </a:spcAft>
              <a:defRPr sz="2000"/>
            </a:pPr>
            <a:r>
              <a:t>Autenticación: login, bcrypt, JWT y middleware implementados y probados.</a:t>
            </a:r>
          </a:p>
          <a:p>
            <a:pPr>
              <a:spcAft>
                <a:spcPts val="1200"/>
              </a:spcAft>
              <a:defRPr sz="2000"/>
            </a:pPr>
            <a:r>
              <a:t>API externa: conversión de precios USD → HNL implementada.</a:t>
            </a:r>
          </a:p>
          <a:p>
            <a:pPr>
              <a:spcAft>
                <a:spcPts val="1200"/>
              </a:spcAft>
              <a:defRPr sz="2000"/>
            </a:pPr>
            <a:r>
              <a:t>Frontend: Angular configurado, login funcionando y interceptor JWT preparado.</a:t>
            </a:r>
          </a:p>
          <a:p>
            <a:pPr>
              <a:spcAft>
                <a:spcPts val="1200"/>
              </a:spcAft>
              <a:defRPr sz="2000"/>
            </a:pPr>
            <a:r>
              <a:t>Siguiente etapa: integrar las pantallas y servicios restantes de Angular con los endpoints del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Iniciar el backend y comprobar la conexión con MySQL.</a:t>
            </a:r>
          </a:p>
          <a:p>
            <a:pPr>
              <a:spcAft>
                <a:spcPts val="1200"/>
              </a:spcAft>
              <a:defRPr sz="2000"/>
            </a:pPr>
            <a:r>
              <a:t>2. Probar el login y obtener el JWT.</a:t>
            </a:r>
          </a:p>
          <a:p>
            <a:pPr>
              <a:spcAft>
                <a:spcPts val="1200"/>
              </a:spcAft>
              <a:defRPr sz="2000"/>
            </a:pPr>
            <a:r>
              <a:t>3. Mostrar el token almacenado en el navegador.</a:t>
            </a:r>
          </a:p>
          <a:p>
            <a:pPr>
              <a:spcAft>
                <a:spcPts val="1200"/>
              </a:spcAft>
              <a:defRPr sz="2000"/>
            </a:pPr>
            <a:r>
              <a:t>4. Probar una ruta protegida enviando el token.</a:t>
            </a:r>
          </a:p>
          <a:p>
            <a:pPr>
              <a:spcAft>
                <a:spcPts val="1200"/>
              </a:spcAft>
              <a:defRPr sz="2000"/>
            </a:pPr>
            <a:r>
              <a:t>5. Consultar un vehículo y mostrar su precio convertido a HNL.</a:t>
            </a:r>
          </a:p>
          <a:p>
            <a:pPr>
              <a:spcAft>
                <a:spcPts val="1200"/>
              </a:spcAft>
              <a:defRPr sz="2000"/>
            </a:pPr>
            <a:r>
              <a:t>6. Mostrar el frontend Angular con la pantalla de inicio de sesión.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Sistema de Gestión para Autolote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615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123</cp:lastModifiedBy>
  <cp:revision>4</cp:revision>
  <dcterms:created xsi:type="dcterms:W3CDTF">2013-01-27T09:14:16Z</dcterms:created>
  <dcterms:modified xsi:type="dcterms:W3CDTF">2026-09-24T01:49:18Z</dcterms:modified>
  <cp:category/>
</cp:coreProperties>
</file>